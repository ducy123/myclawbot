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 w="12700">
            <a:solidFill>
              <a:srgbClr val="0F111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713232"/>
            <a:ext cx="128016" cy="2651760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868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484D"/>
                </a:solidFill>
              </a:rPr>
              <a:t>MOLTBOOK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117043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6FA"/>
                </a:solidFill>
              </a:rPr>
              <a:t>Executive Presentation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60120" y="17830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B0BE"/>
                </a:solidFill>
              </a:rPr>
              <a:t>A concise management brief on what Moltbook is, why it matters, and whether it is strategically worth watching.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87552" y="27614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6FA"/>
                </a:solidFill>
              </a:rPr>
              <a:t>• What it is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87552" y="31455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6FA"/>
                </a:solidFill>
              </a:rPr>
              <a:t>• Strategic value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87552" y="3529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6FA"/>
                </a:solidFill>
              </a:rPr>
              <a:t>• Risks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87552" y="39136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6FA"/>
                </a:solidFill>
              </a:rPr>
              <a:t>• OpenClaw fit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7552" y="42976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6FA"/>
                </a:solidFill>
              </a:rPr>
              <a:t>• Recommendation</a:t>
            </a:r>
            <a:endParaRPr lang="en-US" sz="1700" dirty="0"/>
          </a:p>
        </p:txBody>
      </p:sp>
      <p:pic>
        <p:nvPicPr>
          <p:cNvPr id="12" name="Image 0" descr="moltbook-og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6583680" y="1051560"/>
            <a:ext cx="4892040" cy="25786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583680" y="397764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171A21"/>
          </a:solidFill>
          <a:ln w="12700">
            <a:solidFill>
              <a:srgbClr val="2A2F3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48272" y="4142232"/>
            <a:ext cx="73152" cy="1088136"/>
          </a:xfrm>
          <a:prstGeom prst="roundRect">
            <a:avLst>
              <a:gd name="adj" fmla="val 37500"/>
            </a:avLst>
          </a:prstGeom>
          <a:solidFill>
            <a:srgbClr val="26C281"/>
          </a:solidFill>
          <a:ln w="12700">
            <a:solidFill>
              <a:srgbClr val="26C281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49440" y="4197096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A"/>
                </a:solidFill>
              </a:rPr>
              <a:t>Bottom line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949440" y="4480560"/>
            <a:ext cx="4389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7B0BE"/>
                </a:solidFill>
              </a:rPr>
              <a:t>Moltbook is an early but well-shaped concept. It is interesting now as a strategic signal, not yet as a mature operational platform.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484D"/>
                </a:solidFill>
              </a:rPr>
              <a:t>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6FA"/>
                </a:solidFill>
              </a:rPr>
              <a:t>1. What Moltbook Actually 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78992"/>
            <a:ext cx="10881360" cy="0"/>
          </a:xfrm>
          <a:prstGeom prst="line">
            <a:avLst/>
          </a:prstGeom>
          <a:noFill/>
          <a:ln w="12700">
            <a:solidFill>
              <a:srgbClr val="2A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171A21"/>
          </a:solidFill>
          <a:ln w="12700">
            <a:solidFill>
              <a:srgbClr val="2A2F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1581912"/>
            <a:ext cx="73152" cy="1499616"/>
          </a:xfrm>
          <a:prstGeom prst="roundRect">
            <a:avLst>
              <a:gd name="adj" fmla="val 37500"/>
            </a:avLst>
          </a:prstGeom>
          <a:solidFill>
            <a:srgbClr val="E5484D"/>
          </a:solidFill>
          <a:ln w="12700">
            <a:solidFill>
              <a:srgbClr val="E5484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63677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A"/>
                </a:solidFill>
              </a:rPr>
              <a:t>Core definition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1920240"/>
            <a:ext cx="2971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7B0BE"/>
                </a:solidFill>
              </a:rPr>
              <a:t>A social network designed specifically for AI agents, where agents can post, comment, vote, follow, and create communities.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171A21"/>
          </a:solidFill>
          <a:ln w="12700">
            <a:solidFill>
              <a:srgbClr val="2A2F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1581912"/>
            <a:ext cx="73152" cy="1499616"/>
          </a:xfrm>
          <a:prstGeom prst="roundRect">
            <a:avLst>
              <a:gd name="adj" fmla="val 37500"/>
            </a:avLst>
          </a:prstGeom>
          <a:solidFill>
            <a:srgbClr val="E5484D"/>
          </a:solidFill>
          <a:ln w="12700">
            <a:solidFill>
              <a:srgbClr val="E5484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63677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A"/>
                </a:solidFill>
              </a:rPr>
              <a:t>Who it is for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54880" y="1920240"/>
            <a:ext cx="2971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7B0BE"/>
                </a:solidFill>
              </a:rPr>
              <a:t>The platform is built for agents first. Humans mainly verify ownership, govern access, and observe.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14173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171A21"/>
          </a:solidFill>
          <a:ln w="12700">
            <a:solidFill>
              <a:srgbClr val="2A2F3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11312" y="1581912"/>
            <a:ext cx="73152" cy="1499616"/>
          </a:xfrm>
          <a:prstGeom prst="roundRect">
            <a:avLst>
              <a:gd name="adj" fmla="val 37500"/>
            </a:avLst>
          </a:prstGeom>
          <a:solidFill>
            <a:srgbClr val="E5484D"/>
          </a:solidFill>
          <a:ln w="12700">
            <a:solidFill>
              <a:srgbClr val="E5484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63677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A"/>
                </a:solidFill>
              </a:rPr>
              <a:t>What it really is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12480" y="1920240"/>
            <a:ext cx="2971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7B0BE"/>
                </a:solidFill>
              </a:rPr>
              <a:t>More than a feed: it is a social layer, identity layer, and lightweight trust system for agent ecosystems.</a:t>
            </a:r>
            <a:endParaRPr lang="en-US" sz="1250" dirty="0"/>
          </a:p>
        </p:txBody>
      </p:sp>
      <p:pic>
        <p:nvPicPr>
          <p:cNvPr id="17" name="Image 0" descr="moltbook-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840480"/>
            <a:ext cx="1014984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484D"/>
                </a:solidFill>
              </a:rPr>
              <a:t>STRATEGIC VALUE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6FA"/>
                </a:solidFill>
              </a:rPr>
              <a:t>2. Why It Matters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78992"/>
            <a:ext cx="10881360" cy="0"/>
          </a:xfrm>
          <a:prstGeom prst="line">
            <a:avLst/>
          </a:prstGeom>
          <a:noFill/>
          <a:ln w="12700">
            <a:solidFill>
              <a:srgbClr val="2A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171A21"/>
          </a:solidFill>
          <a:ln w="12700">
            <a:solidFill>
              <a:srgbClr val="2A2F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1581912"/>
            <a:ext cx="73152" cy="1088136"/>
          </a:xfrm>
          <a:prstGeom prst="roundRect">
            <a:avLst>
              <a:gd name="adj" fmla="val 37500"/>
            </a:avLst>
          </a:prstGeom>
          <a:solidFill>
            <a:srgbClr val="E5484D"/>
          </a:solidFill>
          <a:ln w="12700">
            <a:solidFill>
              <a:srgbClr val="E5484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636776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A"/>
                </a:solidFill>
              </a:rPr>
              <a:t>Clear positioning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1920240"/>
            <a:ext cx="47091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7B0BE"/>
                </a:solidFill>
              </a:rPr>
              <a:t>The product idea is instantly understandable: “a social network for AI agents.”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306324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171A21"/>
          </a:solidFill>
          <a:ln w="12700">
            <a:solidFill>
              <a:srgbClr val="2A2F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3227832"/>
            <a:ext cx="73152" cy="1088136"/>
          </a:xfrm>
          <a:prstGeom prst="roundRect">
            <a:avLst>
              <a:gd name="adj" fmla="val 37500"/>
            </a:avLst>
          </a:prstGeom>
          <a:solidFill>
            <a:srgbClr val="E5484D"/>
          </a:solidFill>
          <a:ln w="12700">
            <a:solidFill>
              <a:srgbClr val="E5484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282696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A"/>
                </a:solidFill>
              </a:rPr>
              <a:t>Strong long-term angle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97280" y="3566160"/>
            <a:ext cx="47091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7B0BE"/>
                </a:solidFill>
              </a:rPr>
              <a:t>Its bigger opportunity is not content posting. It could become identity and trust infrastructure for agents.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470916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171A21"/>
          </a:solidFill>
          <a:ln w="12700">
            <a:solidFill>
              <a:srgbClr val="2A2F3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4873752"/>
            <a:ext cx="73152" cy="1088136"/>
          </a:xfrm>
          <a:prstGeom prst="roundRect">
            <a:avLst>
              <a:gd name="adj" fmla="val 37500"/>
            </a:avLst>
          </a:prstGeom>
          <a:solidFill>
            <a:srgbClr val="E5484D"/>
          </a:solidFill>
          <a:ln w="12700">
            <a:solidFill>
              <a:srgbClr val="E5484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928616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A"/>
                </a:solidFill>
              </a:rPr>
              <a:t>Agent-native design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97280" y="5212080"/>
            <a:ext cx="47091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7B0BE"/>
                </a:solidFill>
              </a:rPr>
              <a:t>The public skill files, heartbeat flow, and messaging model are clearly designed for autonomous agents, not adapted later.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09360" y="1417320"/>
            <a:ext cx="5120640" cy="4709160"/>
          </a:xfrm>
          <a:prstGeom prst="roundRect">
            <a:avLst>
              <a:gd name="adj" fmla="val 1553"/>
            </a:avLst>
          </a:prstGeom>
          <a:solidFill>
            <a:srgbClr val="171A21"/>
          </a:solidFill>
          <a:ln w="12700">
            <a:solidFill>
              <a:srgbClr val="2A2F3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73952" y="1581912"/>
            <a:ext cx="73152" cy="4379976"/>
          </a:xfrm>
          <a:prstGeom prst="roundRect">
            <a:avLst>
              <a:gd name="adj" fmla="val 37500"/>
            </a:avLst>
          </a:prstGeom>
          <a:solidFill>
            <a:srgbClr val="FF6B57"/>
          </a:solidFill>
          <a:ln w="12700">
            <a:solidFill>
              <a:srgbClr val="FF6B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163677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A"/>
                </a:solidFill>
              </a:rPr>
              <a:t>Why executives should care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675120" y="1920240"/>
            <a:ext cx="4617720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0BE"/>
                </a:solidFill>
              </a:rPr>
              <a:t>• Signals where agent ecosystems may evolve next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0BE"/>
                </a:solidFill>
              </a:rPr>
              <a:t>• Tests how trust and identity could work in agent-native environments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0BE"/>
                </a:solidFill>
              </a:rPr>
              <a:t>• Shows an early model for social coordination between autonomous systems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0BE"/>
                </a:solidFill>
              </a:rPr>
              <a:t>• May become more valuable if agent interoperability becomes mainstream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484D"/>
                </a:solidFill>
              </a:rPr>
              <a:t>BALANCED 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6FA"/>
                </a:solidFill>
              </a:rPr>
              <a:t>3. Strengths vs. Risks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78992"/>
            <a:ext cx="10881360" cy="0"/>
          </a:xfrm>
          <a:prstGeom prst="line">
            <a:avLst/>
          </a:prstGeom>
          <a:noFill/>
          <a:ln w="12700">
            <a:solidFill>
              <a:srgbClr val="2A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71A21"/>
          </a:solidFill>
          <a:ln w="12700">
            <a:solidFill>
              <a:srgbClr val="2A2F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1581912"/>
            <a:ext cx="73152" cy="4151376"/>
          </a:xfrm>
          <a:prstGeom prst="roundRect">
            <a:avLst>
              <a:gd name="adj" fmla="val 37500"/>
            </a:avLst>
          </a:prstGeom>
          <a:solidFill>
            <a:srgbClr val="26C281"/>
          </a:solidFill>
          <a:ln w="12700">
            <a:solidFill>
              <a:srgbClr val="26C28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63677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A"/>
                </a:solidFill>
              </a:rPr>
              <a:t>Strengths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1920240"/>
            <a:ext cx="4892040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7B0BE"/>
                </a:solidFill>
              </a:rPr>
              <a:t>• Clear product thesis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0BE"/>
                </a:solidFill>
              </a:rPr>
              <a:t>• Human-verified ownership model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0BE"/>
                </a:solidFill>
              </a:rPr>
              <a:t>• Heartbeat-friendly architecture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0BE"/>
                </a:solidFill>
              </a:rPr>
              <a:t>• Community structure through submolts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0BE"/>
                </a:solidFill>
              </a:rPr>
              <a:t>• Consent-based direct messaging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0BE"/>
                </a:solidFill>
              </a:rPr>
              <a:t>• Semantic search adds genuine utility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417320"/>
            <a:ext cx="5074920" cy="4480560"/>
          </a:xfrm>
          <a:prstGeom prst="roundRect">
            <a:avLst>
              <a:gd name="adj" fmla="val 1633"/>
            </a:avLst>
          </a:prstGeom>
          <a:solidFill>
            <a:srgbClr val="171A21"/>
          </a:solidFill>
          <a:ln w="12700">
            <a:solidFill>
              <a:srgbClr val="2A2F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1581912"/>
            <a:ext cx="73152" cy="4151376"/>
          </a:xfrm>
          <a:prstGeom prst="roundRect">
            <a:avLst>
              <a:gd name="adj" fmla="val 37500"/>
            </a:avLst>
          </a:prstGeom>
          <a:solidFill>
            <a:srgbClr val="E5484D"/>
          </a:solidFill>
          <a:ln w="12700">
            <a:solidFill>
              <a:srgbClr val="E5484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636776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A"/>
                </a:solidFill>
              </a:rPr>
              <a:t>Risks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720840" y="1920240"/>
            <a:ext cx="4572000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7B0BE"/>
                </a:solidFill>
              </a:rPr>
              <a:t>• Very early ecosystem with little visible activity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0BE"/>
                </a:solidFill>
              </a:rPr>
              <a:t>• Network effects are critical and hard to achieve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0BE"/>
                </a:solidFill>
              </a:rPr>
              <a:t>• Moderation will be difficult in an agent-native network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0BE"/>
                </a:solidFill>
              </a:rPr>
              <a:t>• Verification through X/Twitter adds friction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0BE"/>
                </a:solidFill>
              </a:rPr>
              <a:t>• Quality control will determine whether the platform becomes useful or noisy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484D"/>
                </a:solidFill>
              </a:rPr>
              <a:t>INTEGRATION 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6FA"/>
                </a:solidFill>
              </a:rPr>
              <a:t>4. OpenClaw Relevance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78992"/>
            <a:ext cx="10881360" cy="0"/>
          </a:xfrm>
          <a:prstGeom prst="line">
            <a:avLst/>
          </a:prstGeom>
          <a:noFill/>
          <a:ln w="12700">
            <a:solidFill>
              <a:srgbClr val="2A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3657600" cy="1280160"/>
          </a:xfrm>
          <a:prstGeom prst="roundRect">
            <a:avLst>
              <a:gd name="adj" fmla="val 5714"/>
            </a:avLst>
          </a:prstGeom>
          <a:solidFill>
            <a:srgbClr val="171A21"/>
          </a:solidFill>
          <a:ln w="12700">
            <a:solidFill>
              <a:srgbClr val="2A2F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1627632"/>
            <a:ext cx="73152" cy="950976"/>
          </a:xfrm>
          <a:prstGeom prst="roundRect">
            <a:avLst>
              <a:gd name="adj" fmla="val 37500"/>
            </a:avLst>
          </a:prstGeom>
          <a:solidFill>
            <a:srgbClr val="E5484D"/>
          </a:solidFill>
          <a:ln w="12700">
            <a:solidFill>
              <a:srgbClr val="E5484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6824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A"/>
                </a:solidFill>
              </a:rPr>
              <a:t>Natural fit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1965960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7B0BE"/>
                </a:solidFill>
              </a:rPr>
              <a:t>Moltbook aligns well with heartbeat-based agents like OpenClaw.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2926080"/>
            <a:ext cx="3657600" cy="1280160"/>
          </a:xfrm>
          <a:prstGeom prst="roundRect">
            <a:avLst>
              <a:gd name="adj" fmla="val 5714"/>
            </a:avLst>
          </a:prstGeom>
          <a:solidFill>
            <a:srgbClr val="171A21"/>
          </a:solidFill>
          <a:ln w="12700">
            <a:solidFill>
              <a:srgbClr val="2A2F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3090672"/>
            <a:ext cx="73152" cy="950976"/>
          </a:xfrm>
          <a:prstGeom prst="roundRect">
            <a:avLst>
              <a:gd name="adj" fmla="val 37500"/>
            </a:avLst>
          </a:prstGeom>
          <a:solidFill>
            <a:srgbClr val="E5484D"/>
          </a:solidFill>
          <a:ln w="12700">
            <a:solidFill>
              <a:srgbClr val="E5484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14553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A"/>
                </a:solidFill>
              </a:rPr>
              <a:t>Best integration mode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97280" y="3429000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7B0BE"/>
                </a:solidFill>
              </a:rPr>
              <a:t>Start with one controlled agent, not a fully autonomous social actor.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4389120"/>
            <a:ext cx="3657600" cy="1280160"/>
          </a:xfrm>
          <a:prstGeom prst="roundRect">
            <a:avLst>
              <a:gd name="adj" fmla="val 5714"/>
            </a:avLst>
          </a:prstGeom>
          <a:solidFill>
            <a:srgbClr val="171A21"/>
          </a:solidFill>
          <a:ln w="12700">
            <a:solidFill>
              <a:srgbClr val="2A2F3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4553712"/>
            <a:ext cx="73152" cy="950976"/>
          </a:xfrm>
          <a:prstGeom prst="roundRect">
            <a:avLst>
              <a:gd name="adj" fmla="val 37500"/>
            </a:avLst>
          </a:prstGeom>
          <a:solidFill>
            <a:srgbClr val="E5484D"/>
          </a:solidFill>
          <a:ln w="12700">
            <a:solidFill>
              <a:srgbClr val="E5484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60857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A"/>
                </a:solidFill>
              </a:rPr>
              <a:t>Governance rule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97280" y="4892040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7B0BE"/>
                </a:solidFill>
              </a:rPr>
              <a:t>Keep human escalation for sensitive DMs, trust issues, and reputation risk.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54880" y="1463040"/>
            <a:ext cx="6492240" cy="4206240"/>
          </a:xfrm>
          <a:prstGeom prst="roundRect">
            <a:avLst>
              <a:gd name="adj" fmla="val 1739"/>
            </a:avLst>
          </a:prstGeom>
          <a:solidFill>
            <a:srgbClr val="171A21"/>
          </a:solidFill>
          <a:ln w="12700">
            <a:solidFill>
              <a:srgbClr val="2A2F3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19472" y="1627632"/>
            <a:ext cx="73152" cy="3877056"/>
          </a:xfrm>
          <a:prstGeom prst="roundRect">
            <a:avLst>
              <a:gd name="adj" fmla="val 37500"/>
            </a:avLst>
          </a:prstGeom>
          <a:solidFill>
            <a:srgbClr val="FF6B57"/>
          </a:solidFill>
          <a:ln w="12700">
            <a:solidFill>
              <a:srgbClr val="FF6B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168249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A"/>
                </a:solidFill>
              </a:rPr>
              <a:t>Suggested flow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120640" y="1965960"/>
            <a:ext cx="5989320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7B0BE"/>
                </a:solidFill>
              </a:rPr>
              <a:t>1. Register an OpenClaw agent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0BE"/>
                </a:solidFill>
              </a:rPr>
              <a:t>2. Store the API key securely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0BE"/>
                </a:solidFill>
              </a:rPr>
              <a:t>3. Poll /home during heartbeat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0BE"/>
                </a:solidFill>
              </a:rPr>
              <a:t>4. Respond to comments and DMs selectively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0BE"/>
                </a:solidFill>
              </a:rPr>
              <a:t>5. Escalate to the human when needed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0BE"/>
                </a:solidFill>
              </a:rPr>
              <a:t>6. Evaluate signal quality before expanding automation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484D"/>
                </a:solidFill>
              </a:rPr>
              <a:t>MANAGEMENT TAKE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6FA"/>
                </a:solidFill>
              </a:rPr>
              <a:t>5. Recommendation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78992"/>
            <a:ext cx="10881360" cy="0"/>
          </a:xfrm>
          <a:prstGeom prst="line">
            <a:avLst/>
          </a:prstGeom>
          <a:noFill/>
          <a:ln w="12700">
            <a:solidFill>
              <a:srgbClr val="2A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171A21"/>
          </a:solidFill>
          <a:ln w="12700">
            <a:solidFill>
              <a:srgbClr val="2A2F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1581912"/>
            <a:ext cx="73152" cy="905256"/>
          </a:xfrm>
          <a:prstGeom prst="roundRect">
            <a:avLst>
              <a:gd name="adj" fmla="val 37500"/>
            </a:avLst>
          </a:prstGeom>
          <a:solidFill>
            <a:srgbClr val="26C281"/>
          </a:solidFill>
          <a:ln w="12700">
            <a:solidFill>
              <a:srgbClr val="26C28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636776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A"/>
                </a:solidFill>
              </a:rPr>
              <a:t>Recommendation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88720" y="1920240"/>
            <a:ext cx="10012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7B0BE"/>
                </a:solidFill>
              </a:rPr>
              <a:t>Treat Moltbook as an early strategic experiment worth testing — not yet as a core dependency.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3291840" cy="2377440"/>
          </a:xfrm>
          <a:prstGeom prst="roundRect">
            <a:avLst>
              <a:gd name="adj" fmla="val 3077"/>
            </a:avLst>
          </a:prstGeom>
          <a:solidFill>
            <a:srgbClr val="171A21"/>
          </a:solidFill>
          <a:ln w="12700">
            <a:solidFill>
              <a:srgbClr val="2A2F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" y="2907792"/>
            <a:ext cx="73152" cy="2048256"/>
          </a:xfrm>
          <a:prstGeom prst="roundRect">
            <a:avLst>
              <a:gd name="adj" fmla="val 37500"/>
            </a:avLst>
          </a:prstGeom>
          <a:solidFill>
            <a:srgbClr val="E5484D"/>
          </a:solidFill>
          <a:ln w="12700">
            <a:solidFill>
              <a:srgbClr val="E5484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9626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A"/>
                </a:solidFill>
              </a:rPr>
              <a:t>Do now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88720" y="3246120"/>
            <a:ext cx="278892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7B0BE"/>
                </a:solidFill>
              </a:rPr>
              <a:t>• Watch closely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0BE"/>
                </a:solidFill>
              </a:rPr>
              <a:t>• Test one agent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0BE"/>
                </a:solidFill>
              </a:rPr>
              <a:t>• Measure interaction quality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0BE"/>
                </a:solidFill>
              </a:rPr>
              <a:t>• Validate real utility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34840" y="2743200"/>
            <a:ext cx="3291840" cy="2377440"/>
          </a:xfrm>
          <a:prstGeom prst="roundRect">
            <a:avLst>
              <a:gd name="adj" fmla="val 3077"/>
            </a:avLst>
          </a:prstGeom>
          <a:solidFill>
            <a:srgbClr val="171A21"/>
          </a:solidFill>
          <a:ln w="12700">
            <a:solidFill>
              <a:srgbClr val="2A2F3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99432" y="2907792"/>
            <a:ext cx="73152" cy="2048256"/>
          </a:xfrm>
          <a:prstGeom prst="roundRect">
            <a:avLst>
              <a:gd name="adj" fmla="val 37500"/>
            </a:avLst>
          </a:prstGeom>
          <a:solidFill>
            <a:srgbClr val="E5484D"/>
          </a:solidFill>
          <a:ln w="12700">
            <a:solidFill>
              <a:srgbClr val="E5484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9626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A"/>
                </a:solidFill>
              </a:rPr>
              <a:t>Do not assume yet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800600" y="3246120"/>
            <a:ext cx="278892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7B0BE"/>
                </a:solidFill>
              </a:rPr>
              <a:t>• Stable growth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0BE"/>
                </a:solidFill>
              </a:rPr>
              <a:t>• Strong network effects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0BE"/>
                </a:solidFill>
              </a:rPr>
              <a:t>• Mature moderation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0BE"/>
                </a:solidFill>
              </a:rPr>
              <a:t>• Operational reliability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46720" y="2743200"/>
            <a:ext cx="3291840" cy="2377440"/>
          </a:xfrm>
          <a:prstGeom prst="roundRect">
            <a:avLst>
              <a:gd name="adj" fmla="val 3077"/>
            </a:avLst>
          </a:prstGeom>
          <a:solidFill>
            <a:srgbClr val="171A21"/>
          </a:solidFill>
          <a:ln w="12700">
            <a:solidFill>
              <a:srgbClr val="2A2F3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11312" y="2907792"/>
            <a:ext cx="73152" cy="2048256"/>
          </a:xfrm>
          <a:prstGeom prst="roundRect">
            <a:avLst>
              <a:gd name="adj" fmla="val 37500"/>
            </a:avLst>
          </a:prstGeom>
          <a:solidFill>
            <a:srgbClr val="E5484D"/>
          </a:solidFill>
          <a:ln w="12700">
            <a:solidFill>
              <a:srgbClr val="E5484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29626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A"/>
                </a:solidFill>
              </a:rPr>
              <a:t>Decision lens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412480" y="3246120"/>
            <a:ext cx="278892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7B0BE"/>
                </a:solidFill>
              </a:rPr>
              <a:t>The real question is not “Is it cool?” but “Can it become useful infrastructure for agent identity and trust?”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OpenClaw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Moltbook Premium Brief</dc:title>
  <dc:subject>Management presentation</dc:subject>
  <dc:creator>Overseer</dc:creator>
  <cp:lastModifiedBy>Overseer</cp:lastModifiedBy>
  <cp:revision>1</cp:revision>
  <dcterms:created xsi:type="dcterms:W3CDTF">2026-03-19T07:45:33Z</dcterms:created>
  <dcterms:modified xsi:type="dcterms:W3CDTF">2026-03-19T07:45:33Z</dcterms:modified>
</cp:coreProperties>
</file>