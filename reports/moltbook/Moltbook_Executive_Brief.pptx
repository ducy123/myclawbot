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1B24"/>
          </a:solidFill>
          <a:ln w="12700">
            <a:solidFill>
              <a:srgbClr val="E01B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B1F"/>
                </a:solidFill>
              </a:rPr>
              <a:t>Moltbook Executive Brief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80467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6E"/>
                </a:solidFill>
              </a:rPr>
              <a:t>Concise management presentation</a:t>
            </a:r>
            <a:endParaRPr lang="en-US" sz="1200" dirty="0"/>
          </a:p>
        </p:txBody>
      </p:sp>
      <p:pic>
        <p:nvPicPr>
          <p:cNvPr id="5" name="Image 0" descr="moltbook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5488"/>
            <a:ext cx="91440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91640"/>
            <a:ext cx="47548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91B1F"/>
                </a:solidFill>
              </a:rPr>
              <a:t>What it is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91B1F"/>
                </a:solidFill>
              </a:rPr>
              <a:t>Why it matters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91B1F"/>
                </a:solidFill>
              </a:rPr>
              <a:t>Strengths and risks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91B1F"/>
                </a:solidFill>
              </a:rPr>
              <a:t>OpenClaw relevance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91B1F"/>
                </a:solidFill>
              </a:rPr>
              <a:t>Recommended next step</a:t>
            </a:r>
            <a:endParaRPr lang="en-US" sz="2200" dirty="0"/>
          </a:p>
        </p:txBody>
      </p:sp>
      <p:pic>
        <p:nvPicPr>
          <p:cNvPr id="7" name="Image 1" descr="moltbook-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166360" cy="2715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1B24"/>
          </a:solidFill>
          <a:ln w="12700">
            <a:solidFill>
              <a:srgbClr val="E01B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B1F"/>
                </a:solidFill>
              </a:rPr>
              <a:t>1. What Moltbook 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54864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A social network built specifically for AI agents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Agents can post, comment, upvote, follow, and create communities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Humans are not the primary users; they verify and govern agent identities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Product position: social layer + identity layer for agents</a:t>
            </a:r>
            <a:endParaRPr lang="en-US" sz="2000" dirty="0"/>
          </a:p>
        </p:txBody>
      </p:sp>
      <p:pic>
        <p:nvPicPr>
          <p:cNvPr id="5" name="Image 0" descr="moltbook-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00200"/>
            <a:ext cx="4572000" cy="2404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1B24"/>
          </a:solidFill>
          <a:ln w="12700">
            <a:solidFill>
              <a:srgbClr val="E01B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B1F"/>
                </a:solidFill>
              </a:rPr>
              <a:t>2. How the Model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39496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Agent registers and receives an API key + claim link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Human owner claims and verifies the agent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The agent then acts as a persistent online identity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This creates accountability, trust, and social reputation over 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5080" y="21488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1B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235000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B1F"/>
                </a:solidFill>
              </a:rPr>
              <a:t>Register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21488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1B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235000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B1F"/>
                </a:solidFill>
              </a:rPr>
              <a:t>Claim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98280" y="21488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1B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98280" y="235000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B1F"/>
                </a:solidFill>
              </a:rPr>
              <a:t>Verify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332720" y="21488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1B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0" y="235000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B1F"/>
                </a:solidFill>
              </a:rPr>
              <a:t>Participate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23134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1B24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78240" y="23134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1B24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0" y="23134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1B24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1B24"/>
          </a:solidFill>
          <a:ln w="12700">
            <a:solidFill>
              <a:srgbClr val="E01B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B1F"/>
                </a:solidFill>
              </a:rPr>
              <a:t>3. Why It Is Interesting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0704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91B1F"/>
                </a:solidFill>
              </a:rPr>
              <a:t>Designed for agents, not retrofitted from a human-first social app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91B1F"/>
                </a:solidFill>
              </a:rPr>
              <a:t>Uses agent-native docs: skill.md, heartbeat.md, messaging.md, rules.md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91B1F"/>
                </a:solidFill>
              </a:rPr>
              <a:t>Supports semantic search, community feeds, and consent-based DMs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91B1F"/>
                </a:solidFill>
              </a:rPr>
              <a:t>Could evolve into an identity and authentication layer for agents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1B24"/>
          </a:solidFill>
          <a:ln w="12700">
            <a:solidFill>
              <a:srgbClr val="E01B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B1F"/>
                </a:solidFill>
              </a:rPr>
              <a:t>4. Strengths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57784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1B1F"/>
                </a:solidFill>
              </a:rPr>
              <a:t>Clear positioning: “social network for AI agents”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1B1F"/>
                </a:solidFill>
              </a:rPr>
              <a:t>Good trust design: human-verified ownership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1B1F"/>
                </a:solidFill>
              </a:rPr>
              <a:t>Heartbeat-friendly API and workflow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1B1F"/>
                </a:solidFill>
              </a:rPr>
              <a:t>Community structure via submolts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1B1F"/>
                </a:solidFill>
              </a:rPr>
              <a:t>Direct messaging with human approval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1B1F"/>
                </a:solidFill>
              </a:rPr>
              <a:t>Semantic search adds utility beyond posting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629400" y="1737360"/>
            <a:ext cx="4297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0A4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20574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1B1F"/>
                </a:solidFill>
              </a:rPr>
              <a:t>Strategic upside: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B1F"/>
                </a:solidFill>
              </a:rPr>
              <a:t>If agent identity becomes important, Moltbook could become more than a social feed.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629400" y="41605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0F8F5"/>
          </a:solidFill>
          <a:ln w="12700">
            <a:solidFill>
              <a:srgbClr val="00A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4480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B1F"/>
                </a:solidFill>
              </a:rPr>
              <a:t>Potential role: social graph + trust layer + agent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1B24"/>
          </a:solidFill>
          <a:ln w="12700">
            <a:solidFill>
              <a:srgbClr val="E01B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B1F"/>
                </a:solidFill>
              </a:rPr>
              <a:t>5. Risks and Constraints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Very early ecosystem with limited visible activity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Strong network-effects risk: value depends on active agent participation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Moderation challenge: agent spam and low-quality content are major threats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Verification via X/Twitter may create adoption friction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Good concept does not guarantee long-term retention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1B24"/>
          </a:solidFill>
          <a:ln w="12700">
            <a:solidFill>
              <a:srgbClr val="E01B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B1F"/>
                </a:solidFill>
              </a:rPr>
              <a:t>6. OpenClaw Relevance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6692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1B1F"/>
                </a:solidFill>
              </a:rPr>
              <a:t>Highly compatible with heartbeat-based agents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1B1F"/>
                </a:solidFill>
              </a:rPr>
              <a:t>An OpenClaw agent could register, monitor /home, and engage selectively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1B1F"/>
                </a:solidFill>
              </a:rPr>
              <a:t>Best use case: controlled experiment, not fully autonomous posting on day one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1B1F"/>
                </a:solidFill>
              </a:rPr>
              <a:t>Human escalation should remain mandatory for sensitive DMs and reputation risks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766560" y="178308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1B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9933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B1F"/>
                </a:solidFill>
              </a:rPr>
              <a:t>OpenClaw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0" y="2286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1B24"/>
                </a:solidFill>
              </a:rPr>
              <a:t>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95160" y="25786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B1F"/>
                </a:solidFill>
              </a:rPr>
              <a:t>Moltbook /home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95160" y="28712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1B24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31638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B1F"/>
                </a:solidFill>
              </a:rPr>
              <a:t>Reply / Upvote / DM check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5160" y="34564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1B24"/>
                </a:solidFill>
              </a:rPr>
              <a:t>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37490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B1F"/>
                </a:solidFill>
              </a:rPr>
              <a:t>Escalate to human when needed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1B24"/>
          </a:solidFill>
          <a:ln w="12700">
            <a:solidFill>
              <a:srgbClr val="E01B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B1F"/>
                </a:solidFill>
              </a:rPr>
              <a:t>7. Bottom 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424160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Moltbook is a strong early concept with a clear point of view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Its real value may be larger than social posting: it could become agent identity infrastructure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Biggest challenge: adoption, trust, and content quality at scale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91B1F"/>
                </a:solidFill>
              </a:rPr>
              <a:t>Recommended next step: test one controlled OpenClaw agent on Moltbook and evaluate the full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10561320" cy="777240"/>
          </a:xfrm>
          <a:prstGeom prst="roundRect">
            <a:avLst>
              <a:gd name="adj" fmla="val 7059"/>
            </a:avLst>
          </a:prstGeom>
          <a:solidFill>
            <a:srgbClr val="E01B24"/>
          </a:solidFill>
          <a:ln w="12700">
            <a:solidFill>
              <a:srgbClr val="E01B2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34924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Management view: worth testing as an early strategic signal, but not yet something to depend on operationally.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Moltbook Executive Brief</dc:title>
  <dc:subject>Moltbook Executive Brief</dc:subject>
  <dc:creator>Overseer</dc:creator>
  <cp:lastModifiedBy>Overseer</cp:lastModifiedBy>
  <cp:revision>1</cp:revision>
  <dcterms:created xsi:type="dcterms:W3CDTF">2026-03-19T07:43:04Z</dcterms:created>
  <dcterms:modified xsi:type="dcterms:W3CDTF">2026-03-19T07:43:04Z</dcterms:modified>
</cp:coreProperties>
</file>